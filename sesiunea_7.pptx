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7" r:id="rId2"/>
    <p:sldId id="258" r:id="rId3"/>
    <p:sldId id="299" r:id="rId4"/>
    <p:sldId id="305" r:id="rId5"/>
    <p:sldId id="306" r:id="rId6"/>
    <p:sldId id="281" r:id="rId7"/>
    <p:sldId id="265" r:id="rId8"/>
    <p:sldId id="295" r:id="rId9"/>
    <p:sldId id="296" r:id="rId10"/>
    <p:sldId id="267" r:id="rId11"/>
  </p:sldIdLst>
  <p:sldSz cx="12192000" cy="6858000"/>
  <p:notesSz cx="6858000" cy="9144000"/>
  <p:embeddedFontLst>
    <p:embeddedFont>
      <p:font typeface="Jost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94ADA-BF24-B5DB-7086-C980C04F10F5}" v="3" dt="2026-07-20T08:03:25.207"/>
    <p1510:client id="{7FA0C2A0-20DE-B798-72EC-1F2208FE40C0}" v="3" dt="2026-07-20T08:16:25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Liviu Dobrin" userId="S::andrei.dobrin@librabank.ro::8cf77ce3-0141-424c-aec1-dd82811aeab2" providerId="AD" clId="Web-{31294ADA-BF24-B5DB-7086-C980C04F10F5}"/>
    <pc:docChg chg="modSld">
      <pc:chgData name="Andrei Liviu Dobrin" userId="S::andrei.dobrin@librabank.ro::8cf77ce3-0141-424c-aec1-dd82811aeab2" providerId="AD" clId="Web-{31294ADA-BF24-B5DB-7086-C980C04F10F5}" dt="2026-07-20T08:03:25.207" v="3" actId="20577"/>
      <pc:docMkLst>
        <pc:docMk/>
      </pc:docMkLst>
      <pc:sldChg chg="modSp">
        <pc:chgData name="Andrei Liviu Dobrin" userId="S::andrei.dobrin@librabank.ro::8cf77ce3-0141-424c-aec1-dd82811aeab2" providerId="AD" clId="Web-{31294ADA-BF24-B5DB-7086-C980C04F10F5}" dt="2026-07-20T08:03:25.207" v="3" actId="20577"/>
        <pc:sldMkLst>
          <pc:docMk/>
          <pc:sldMk cId="688623189" sldId="295"/>
        </pc:sldMkLst>
        <pc:spChg chg="mod">
          <ac:chgData name="Andrei Liviu Dobrin" userId="S::andrei.dobrin@librabank.ro::8cf77ce3-0141-424c-aec1-dd82811aeab2" providerId="AD" clId="Web-{31294ADA-BF24-B5DB-7086-C980C04F10F5}" dt="2026-07-20T08:03:25.207" v="3" actId="20577"/>
          <ac:spMkLst>
            <pc:docMk/>
            <pc:sldMk cId="688623189" sldId="295"/>
            <ac:spMk id="169" creationId="{D41B59E5-24E0-863F-B94F-AC06D1CCB213}"/>
          </ac:spMkLst>
        </pc:spChg>
      </pc:sldChg>
    </pc:docChg>
  </pc:docChgLst>
  <pc:docChgLst>
    <pc:chgData name="Costin Cristian Ciuraru" userId="S::costin.ciuraru@librabank.ro::53e573d9-185b-4976-aebb-ab74eb5e731e" providerId="AD" clId="Web-{7FA0C2A0-20DE-B798-72EC-1F2208FE40C0}"/>
    <pc:docChg chg="modSld">
      <pc:chgData name="Costin Cristian Ciuraru" userId="S::costin.ciuraru@librabank.ro::53e573d9-185b-4976-aebb-ab74eb5e731e" providerId="AD" clId="Web-{7FA0C2A0-20DE-B798-72EC-1F2208FE40C0}" dt="2026-07-20T08:13:31.948" v="0" actId="20577"/>
      <pc:docMkLst>
        <pc:docMk/>
      </pc:docMkLst>
      <pc:sldChg chg="modSp">
        <pc:chgData name="Costin Cristian Ciuraru" userId="S::costin.ciuraru@librabank.ro::53e573d9-185b-4976-aebb-ab74eb5e731e" providerId="AD" clId="Web-{7FA0C2A0-20DE-B798-72EC-1F2208FE40C0}" dt="2026-07-20T08:13:31.948" v="0" actId="20577"/>
        <pc:sldMkLst>
          <pc:docMk/>
          <pc:sldMk cId="0" sldId="265"/>
        </pc:sldMkLst>
        <pc:spChg chg="mod">
          <ac:chgData name="Costin Cristian Ciuraru" userId="S::costin.ciuraru@librabank.ro::53e573d9-185b-4976-aebb-ab74eb5e731e" providerId="AD" clId="Web-{7FA0C2A0-20DE-B798-72EC-1F2208FE40C0}" dt="2026-07-20T08:13:31.948" v="0" actId="20577"/>
          <ac:spMkLst>
            <pc:docMk/>
            <pc:sldMk cId="0" sldId="265"/>
            <ac:spMk id="16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E78C53F-EDBA-2E3D-4599-F61B79F1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64D759A-5D27-80EE-92C3-E3225738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099787-8128-88FF-4AC8-256120553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0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2EAD086-209E-5E10-A2CA-45D5B7174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DC43109C-18D4-F669-BF14-F397FE56D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14E5BC6-CCD0-48CA-A03B-EF1CED84D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055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383B68D8-DF5D-3463-9114-CBF6971B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0E7A3524-04A5-0C96-20C5-0B224CB7B8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48923B94-415E-3832-6D98-2877D16F2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3851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</a:t>
            </a:r>
            <a:r>
              <a:rPr lang="en-US" sz="5400" b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7 </a:t>
            </a:r>
            <a:endParaRPr lang="ro-RO" sz="5400" b="1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0283F0"/>
                </a:solidFill>
                <a:latin typeface="Jost"/>
                <a:ea typeface="Jost"/>
                <a:sym typeface="Jost"/>
              </a:rPr>
              <a:t>TESTARE, LOGGING &amp; PACKAGING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Logging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AI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Testare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unitară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pytest</a:t>
            </a:r>
            <a:endParaRPr lang="en-US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Structurarea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Python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Packaging &amp; Deployment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Pregătirea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proiectului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final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livrare</a:t>
            </a:r>
            <a:endParaRPr lang="en-US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45B40A-6937-86EF-E1C0-E7EE57D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C9A09F9-55EA-8AF2-B282-C51412E8295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104A14A-60A6-64CA-E497-B6354EAB8FE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Logging Cheat Sheet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424A077-8FDB-DB0A-DBE4-66CDB5D283BB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141D0A56-ED9A-6815-2530-7BCD5B8D9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502FB06-8E70-C346-11F1-F840CBBA66B4}"/>
              </a:ext>
            </a:extLst>
          </p:cNvPr>
          <p:cNvSpPr txBox="1"/>
          <p:nvPr/>
        </p:nvSpPr>
        <p:spPr>
          <a:xfrm>
            <a:off x="850144" y="1169484"/>
            <a:ext cx="407581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print()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 debugging rapid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este configurabil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greu de filtrat</a:t>
            </a:r>
          </a:p>
          <a:p>
            <a:pPr lvl="0">
              <a:lnSpc>
                <a:spcPct val="150000"/>
              </a:lnSpc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logging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niveluri de severitate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fișiere de log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format consistent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producție</a:t>
            </a: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FCB1D8B4-6761-841C-0C0F-40D3B366F36B}"/>
              </a:ext>
            </a:extLst>
          </p:cNvPr>
          <p:cNvSpPr txBox="1"/>
          <p:nvPr/>
        </p:nvSpPr>
        <p:spPr>
          <a:xfrm>
            <a:off x="3421626" y="1169484"/>
            <a:ext cx="8609828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LOG_FORMAT = '[%(asctime)s] %(levelname)s [%(module)s]: %(message)s’</a:t>
            </a:r>
          </a:p>
          <a:p>
            <a:pPr lvl="0">
              <a:lnSpc>
                <a:spcPct val="150000"/>
              </a:lnSpc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logging.basicConfig(format=LOG_FORMAT)</a:t>
            </a:r>
          </a:p>
          <a:p>
            <a:pPr lvl="0">
              <a:lnSpc>
                <a:spcPct val="150000"/>
              </a:lnSpc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 </a:t>
            </a: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 = logging.getLogger()</a:t>
            </a:r>
          </a:p>
          <a:p>
            <a:pPr lvl="0">
              <a:lnSpc>
                <a:spcPct val="150000"/>
              </a:lnSpc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logger.setLevel(logging.INFO)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logger.debug()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logger.info()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logger.warning()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logger.error()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logger.critical()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" name="Google Shape;159;p21">
            <a:extLst>
              <a:ext uri="{FF2B5EF4-FFF2-40B4-BE49-F238E27FC236}">
                <a16:creationId xmlns:a16="http://schemas.microsoft.com/office/drawing/2014/main" id="{8A97B96F-26DB-E904-D177-1995866C7998}"/>
              </a:ext>
            </a:extLst>
          </p:cNvPr>
          <p:cNvSpPr txBox="1"/>
          <p:nvPr/>
        </p:nvSpPr>
        <p:spPr>
          <a:xfrm>
            <a:off x="8819171" y="1928609"/>
            <a:ext cx="4075818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 Merită logat într-un AI Agent?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User question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Retrieved chunks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Tool calls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Token usage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Cost estimation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Errors</a:t>
            </a: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93273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5DBE8FA-8174-E369-7972-586CD6FFB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F1901A9-8A04-1893-6F8C-7F4E481CB83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8B2CE971-9BBC-4C4F-EBC7-ADDB8F092F63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Pytest</a:t>
            </a:r>
            <a:r>
              <a:rPr lang="en-US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Cheat Sheet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ECDFBED-8515-0617-E366-F0A9E6007CC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7DBD5975-63C6-0D27-1969-C3A15D6924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8BB79568-2F20-250A-0E1C-12769E7DCD98}"/>
              </a:ext>
            </a:extLst>
          </p:cNvPr>
          <p:cNvSpPr txBox="1"/>
          <p:nvPr/>
        </p:nvSpPr>
        <p:spPr>
          <a:xfrm>
            <a:off x="859976" y="912188"/>
            <a:ext cx="3063095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Structur</a:t>
            </a: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 minimă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project/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│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├── agent.py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└── tests/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└── test_agent.py</a:t>
            </a:r>
          </a:p>
          <a:p>
            <a:pPr lvl="0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Pattern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 test_something():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   assert ...</a:t>
            </a:r>
          </a:p>
        </p:txBody>
      </p:sp>
      <p:sp>
        <p:nvSpPr>
          <p:cNvPr id="4" name="Google Shape;159;p21">
            <a:extLst>
              <a:ext uri="{FF2B5EF4-FFF2-40B4-BE49-F238E27FC236}">
                <a16:creationId xmlns:a16="http://schemas.microsoft.com/office/drawing/2014/main" id="{5796933B-BF30-0CAA-77CC-835B3C4D1ED0}"/>
              </a:ext>
            </a:extLst>
          </p:cNvPr>
          <p:cNvSpPr txBox="1"/>
          <p:nvPr/>
        </p:nvSpPr>
        <p:spPr>
          <a:xfrm>
            <a:off x="3923071" y="912187"/>
            <a:ext cx="3063095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 merită testat?</a:t>
            </a: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Chunking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Token counting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Prompt assembly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Semantic search</a:t>
            </a:r>
          </a:p>
          <a:p>
            <a:pPr lvl="0">
              <a:lnSpc>
                <a:spcPct val="150000"/>
              </a:lnSpc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Tool execution</a:t>
            </a: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testați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Ollama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Azure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• OpenAI</a:t>
            </a:r>
          </a:p>
          <a:p>
            <a:pPr lvl="0">
              <a:lnSpc>
                <a:spcPct val="150000"/>
              </a:lnSpc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Acestea sunt servicii externe.</a:t>
            </a:r>
          </a:p>
        </p:txBody>
      </p:sp>
    </p:spTree>
    <p:extLst>
      <p:ext uri="{BB962C8B-B14F-4D97-AF65-F5344CB8AC3E}">
        <p14:creationId xmlns:p14="http://schemas.microsoft.com/office/powerpoint/2010/main" val="4086079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B46C815-5B37-ACCB-BA95-62D0DD371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C535C41F-8ADF-314A-39B0-6194E0ACECA0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7C29F012-272D-A22D-603C-97268023AA9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Packaging Cheat Sheet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3C61C06E-9A77-51E5-3575-541A1418715F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BD20EC81-7FAB-AA07-7A00-E49DD2C362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C64CE81-512A-FD2D-4214-9E8FCF0E93D2}"/>
              </a:ext>
            </a:extLst>
          </p:cNvPr>
          <p:cNvSpPr txBox="1"/>
          <p:nvPr/>
        </p:nvSpPr>
        <p:spPr>
          <a:xfrm>
            <a:off x="840311" y="912188"/>
            <a:ext cx="8386412" cy="5216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</a:t>
            </a: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șiere importante</a:t>
            </a:r>
            <a:endParaRPr lang="en-US" sz="1600" b="1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requirements.txt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README.md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r>
              <a:rPr lang="en-US" sz="160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gitignore</a:t>
            </a: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README minim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1. Ce face proiectul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2. Cum se instalează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3. Cum se rulează</a:t>
            </a:r>
          </a:p>
          <a:p>
            <a:pPr lvl="0">
              <a:lnSpc>
                <a:spcPct val="150000"/>
              </a:lnSpc>
            </a:pP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4. Exemple de utilizare</a:t>
            </a:r>
          </a:p>
          <a:p>
            <a:pPr lvl="0">
              <a:lnSpc>
                <a:spcPct val="150000"/>
              </a:lnSpc>
            </a:pPr>
            <a:b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b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Requirements</a:t>
            </a:r>
          </a:p>
          <a:p>
            <a:pPr lvl="0">
              <a:lnSpc>
                <a:spcPct val="150000"/>
              </a:lnSpc>
            </a:pPr>
            <a:r>
              <a:rPr lang="en-US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pip freeze &gt; requirements.txt</a:t>
            </a:r>
            <a:endParaRPr lang="en-US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i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!</a:t>
            </a:r>
            <a:r>
              <a:rPr lang="ro-RO" i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Dacă cineva nu poate rula proiectul din README, proiectul nu este livrabil.</a:t>
            </a:r>
          </a:p>
        </p:txBody>
      </p:sp>
    </p:spTree>
    <p:extLst>
      <p:ext uri="{BB962C8B-B14F-4D97-AF65-F5344CB8AC3E}">
        <p14:creationId xmlns:p14="http://schemas.microsoft.com/office/powerpoint/2010/main" val="37347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Production Readiness Checklist</a:t>
            </a:r>
            <a:endParaRPr sz="320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6191CF4A-5874-39A8-8D85-2C93C126763C}"/>
              </a:ext>
            </a:extLst>
          </p:cNvPr>
          <p:cNvSpPr txBox="1"/>
          <p:nvPr/>
        </p:nvSpPr>
        <p:spPr>
          <a:xfrm>
            <a:off x="731297" y="1006406"/>
            <a:ext cx="5364704" cy="595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Logging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Error Handling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Config separat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README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Requirements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Tests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Cost Tracking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Input Validation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Fără hardcodări</a:t>
            </a: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□ Fără chei API în cod</a:t>
            </a:r>
            <a:endParaRPr lang="en-US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 sz="16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Funcțional ≠ Pregătit pentru producție.</a:t>
            </a:r>
          </a:p>
          <a:p>
            <a:pPr lvl="0">
              <a:lnSpc>
                <a:spcPct val="150000"/>
              </a:lnSpc>
            </a:pPr>
            <a:endParaRPr lang="ro-RO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Prima </a:t>
            </a:r>
            <a:r>
              <a:rPr lang="en-US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versiune</a:t>
            </a:r>
            <a:r>
              <a:rPr lang="en-US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livrabilă</a:t>
            </a:r>
            <a:endParaRPr lang="en-US" sz="3200" b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3" y="1080480"/>
            <a:ext cx="10346575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Creați un fișier: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README.md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Creați un fișier: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requirements.txt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Creați un fișier: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.gitignore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Adăugați toate fișierele proiectului în repository.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README-ul trebuie să conțină: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Descrierea proiectului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Cum se instalează dependențele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Cum se rulează aplicația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Exemple de utilizare</a:t>
            </a:r>
          </a:p>
          <a:p>
            <a:pPr lvl="0"/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generarea fișierului requirements.txt puteți utiliza:</a:t>
            </a: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pip freeze &gt; requirements.txt</a:t>
            </a:r>
            <a:endParaRPr lang="en-US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</a:rPr>
              <a:t> </a:t>
            </a:r>
            <a:endParaRPr lang="ro-RO"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proiectul trebuie să poată fi clonat și rulat de un alt coleg folosind exclusiv documentația din repository.</a:t>
            </a:r>
            <a:endParaRPr sz="18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Logging</a:t>
            </a:r>
          </a:p>
          <a:p>
            <a:pPr lvl="0" algn="ctr"/>
            <a:endParaRPr lang="ro-RO" sz="3200" b="1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b="1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Utilizați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modulul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logging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pentru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adăuga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logging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în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aplicație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.</a:t>
            </a:r>
            <a:endParaRPr lang="en-US">
              <a:sym typeface="Jost"/>
            </a:endParaRPr>
          </a:p>
          <a:p>
            <a:endParaRPr lang="en-US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logger la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nivelul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en-US"/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întrebare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la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utilizator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en-US" sz="1600">
              <a:solidFill>
                <a:schemeClr val="lt1"/>
              </a:solidFill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model.</a:t>
            </a:r>
            <a:endParaRPr lang="en-US" sz="1600">
              <a:solidFill>
                <a:schemeClr val="lt1"/>
              </a:solidFill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 Call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executat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en-US" sz="1600">
              <a:solidFill>
                <a:schemeClr val="lt1"/>
              </a:solidFill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erorile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generate de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</a:rPr>
              <a:t>aplicație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en-US" sz="1600">
              <a:solidFill>
                <a:schemeClr val="lt1"/>
              </a:solidFill>
            </a:endParaRPr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</a:endParaRPr>
          </a:p>
          <a:p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cel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puțin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</a:rPr>
              <a:t>următoarele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</a:rPr>
              <a:t>niveluri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en-US" sz="1600">
              <a:solidFill>
                <a:schemeClr val="lt1"/>
              </a:solidFill>
            </a:endParaRPr>
          </a:p>
          <a:p>
            <a:endParaRPr lang="en-US" sz="1600">
              <a:solidFill>
                <a:schemeClr val="lt1"/>
              </a:solidFill>
              <a:latin typeface="Jost"/>
              <a:ea typeface="Jost"/>
              <a:cs typeface="Jost"/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   logger.info(...)</a:t>
            </a:r>
            <a:endParaRPr lang="en-US"/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  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logger.warning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(...)</a:t>
            </a:r>
            <a:endParaRPr lang="en-US"/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   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logger.error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sym typeface="Jost"/>
              </a:rPr>
              <a:t>(...)</a:t>
            </a:r>
            <a:endParaRPr lang="en-US"/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</a:t>
            </a:r>
            <a:endParaRPr lang="en-US" sz="1600">
              <a:solidFill>
                <a:schemeClr val="lt1"/>
              </a:solidFill>
            </a:endParaRPr>
          </a:p>
          <a:p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Configurarea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minimă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realizată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logging.basicConfig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(...)</a:t>
            </a:r>
            <a:endParaRPr lang="en-US"/>
          </a:p>
          <a:p>
            <a:pPr lvl="0"/>
            <a:endParaRPr lang="en-US" sz="1600">
              <a:solidFill>
                <a:schemeClr val="lt1"/>
              </a:solidFill>
              <a:latin typeface="Jost"/>
              <a:ea typeface="Jost"/>
              <a:cs typeface="Jost"/>
            </a:endParaRPr>
          </a:p>
          <a:p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rularea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existe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suficiente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informații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log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înțelege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s-a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întâmplat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-o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putea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investiga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eventuale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probleme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en-US" sz="1600" i="1">
              <a:solidFill>
                <a:schemeClr val="lt1"/>
              </a:solidFill>
              <a:latin typeface="Jost"/>
              <a:ea typeface="Jost"/>
              <a:cs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-1" y="169613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Unit Testing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843199" y="910326"/>
            <a:ext cx="10346575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Instalați pytest folosind: pip install pytest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 directorul tests/ și adăugați fișierul test_embeddings_client.py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Scrieți teste pentru metoda: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cosine_similarity()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Verificați cel puțin următoarele scenarii: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vectori identici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vectori diferiți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vectori ortogonali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Asigurați-vă că toate ramurile logice ale metodei sunt executate.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rularea testelor utilizați: pytest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 afișarea code coverage instalați: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pip install pytest-cov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 rulați:</a:t>
            </a: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pytest --cov=. --cov-report=term</a:t>
            </a:r>
          </a:p>
          <a:p>
            <a:pPr lvl="0"/>
            <a:endParaRPr lang="ro-RO" sz="16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Metoda cosine_similarity() trebuie să fie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testată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obțineți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100% code coverage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acesteia</a:t>
            </a:r>
            <a:r>
              <a:rPr lang="en-US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2026-07-20T08:16:26Z</dcterms:modified>
</cp:coreProperties>
</file>